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Lora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ora-regular.fntdata"/><Relationship Id="rId10" Type="http://schemas.openxmlformats.org/officeDocument/2006/relationships/slide" Target="slides/slide5.xml"/><Relationship Id="rId13" Type="http://schemas.openxmlformats.org/officeDocument/2006/relationships/font" Target="fonts/Lora-italic.fntdata"/><Relationship Id="rId12" Type="http://schemas.openxmlformats.org/officeDocument/2006/relationships/font" Target="fonts/Lor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Lor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58a2dbe0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58a2dbe0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58a2dbe0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58a2dbe0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58a2dbe0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58a2dbe0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58a2dbe05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58a2dbe05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Первая волна эмиграции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Бых Даниил P3109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1509"/>
              <a:buFont typeface="Arial"/>
              <a:buNone/>
            </a:pPr>
            <a:r>
              <a:rPr b="1" lang="ru" sz="265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Абрамов Федор Федорович</a:t>
            </a:r>
            <a:endParaRPr b="1" sz="2650"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6165300" cy="3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Дата рождения: 23.12.1870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Место рождения: 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Российская империя, 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Станица Митякинская Области Войска Донского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Дата смерти: 09.03.1963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Место захоронения: США, Джексон шт. Нью-Джерси, 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 Свято-Владимирское кладбище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Причины эмиграции: участвовал в Белом движении</a:t>
            </a:r>
            <a:b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</a:br>
            <a:b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ru" sz="1350">
                <a:solidFill>
                  <a:srgbClr val="4A4A4A"/>
                </a:solidFill>
                <a:highlight>
                  <a:srgbClr val="FFFFFF"/>
                </a:highlight>
              </a:rPr>
              <a:t>    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Казак станицы Митякинской. Из дворян Области Войска Донского. </a:t>
            </a:r>
            <a:r>
              <a:rPr lang="ru" sz="1350">
                <a:solidFill>
                  <a:srgbClr val="4A4A4A"/>
                </a:solidFill>
                <a:highlight>
                  <a:srgbClr val="FFFFFF"/>
                </a:highlight>
              </a:rPr>
              <a:t> 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Закончил Николаевскую академию Генерального штаба по 1-му разряду и был произведен в подъесаулы гвардии. </a:t>
            </a:r>
            <a:r>
              <a:rPr lang="ru" sz="1350">
                <a:solidFill>
                  <a:srgbClr val="4A4A4A"/>
                </a:solidFill>
                <a:highlight>
                  <a:srgbClr val="FFFFFF"/>
                </a:highlight>
              </a:rPr>
              <a:t> 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Участник Русско-японской и Первой Мировой войн. В январе 1918 г. находился на Дону в распоряжении атамана А.М. Каледина, затем командовал Северной группой партизанских отрядов. В 1948 г. переехал в США.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62" name="Google Shape;62;p14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5501" y="137125"/>
            <a:ext cx="2277349" cy="3257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1509"/>
              <a:buFont typeface="Arial"/>
              <a:buNone/>
            </a:pPr>
            <a:r>
              <a:rPr b="1" lang="ru" sz="265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Авсенев Петр Семенович</a:t>
            </a:r>
            <a:endParaRPr b="1" sz="2650"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2650"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6165300" cy="37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Дата рождения: 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1810 год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Место рождения: Российская империя, 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Московский посёлок, Воронежская губ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Дата смерти: 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31.03.1852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Место захоронения: Италия, 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Рим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,  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Кладбище для не-католиков-иностранцев Тестаччо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Причины эмиграции: 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бежал от репрессий</a:t>
            </a:r>
            <a:b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</a:br>
            <a:b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    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Из семьи священника. Окончил Воронежскую духовную семинарию и Киевскую духовную академию. Один из основателей и сотрудник ж. «Воскресное чтение». Адъюнкт по кафедре философии Университета св. Владимира в Киеве. В 1850 определен настоятелем Римской посольской церкви (сейчас – храм Святителя Николая Чудотворца). Летом 1851 приехал в Рим.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4025" y="152425"/>
            <a:ext cx="2474700" cy="256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1509"/>
              <a:buFont typeface="Arial"/>
              <a:buNone/>
            </a:pPr>
            <a:r>
              <a:rPr b="1" lang="ru" sz="265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Агапов-Таганский Максим Владимирович</a:t>
            </a:r>
            <a:endParaRPr b="1" sz="2650"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2650"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017725"/>
            <a:ext cx="61653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highlight>
                  <a:srgbClr val="FFFFFF"/>
                </a:highlight>
              </a:rPr>
              <a:t>Дата рождения: </a:t>
            </a:r>
            <a:r>
              <a:rPr lang="ru" sz="1300">
                <a:solidFill>
                  <a:schemeClr val="dk1"/>
                </a:solidFill>
                <a:highlight>
                  <a:srgbClr val="FFFFFF"/>
                </a:highlight>
              </a:rPr>
              <a:t>03.02.1890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highlight>
                  <a:srgbClr val="FFFFFF"/>
                </a:highlight>
              </a:rPr>
              <a:t>Место рождения: Российская империя, Москва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highlight>
                  <a:srgbClr val="FFFFFF"/>
                </a:highlight>
              </a:rPr>
              <a:t>Дата смерти: 19.09.1973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highlight>
                  <a:srgbClr val="FFFFFF"/>
                </a:highlight>
              </a:rPr>
              <a:t>Место захоронения: Сербия, </a:t>
            </a:r>
            <a:r>
              <a:rPr lang="ru" sz="1300">
                <a:solidFill>
                  <a:schemeClr val="dk1"/>
                </a:solidFill>
                <a:highlight>
                  <a:srgbClr val="FFFFFF"/>
                </a:highlight>
              </a:rPr>
              <a:t>Белград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300">
                <a:solidFill>
                  <a:schemeClr val="dk1"/>
                </a:solidFill>
                <a:highlight>
                  <a:srgbClr val="FFFFFF"/>
                </a:highlight>
              </a:rPr>
              <a:t>Причины эмиграции: </a:t>
            </a:r>
            <a:r>
              <a:rPr lang="ru" sz="1300">
                <a:solidFill>
                  <a:schemeClr val="dk1"/>
                </a:solidFill>
                <a:highlight>
                  <a:srgbClr val="FFFFFF"/>
                </a:highlight>
              </a:rPr>
              <a:t>получил предложение переехать в Белград и в звании профессора возглавить созданный им же Белградский психометрический институт</a:t>
            </a:r>
            <a:br>
              <a:rPr lang="ru" sz="1300">
                <a:solidFill>
                  <a:schemeClr val="dk1"/>
                </a:solidFill>
                <a:highlight>
                  <a:srgbClr val="FFFFFF"/>
                </a:highlight>
              </a:rPr>
            </a:br>
            <a:br>
              <a:rPr lang="ru" sz="13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ru" sz="1300">
                <a:solidFill>
                  <a:schemeClr val="dk1"/>
                </a:solidFill>
                <a:highlight>
                  <a:srgbClr val="FFFFFF"/>
                </a:highlight>
              </a:rPr>
              <a:t>    </a:t>
            </a:r>
            <a:r>
              <a:rPr lang="ru" sz="1300">
                <a:solidFill>
                  <a:schemeClr val="dk1"/>
                </a:solidFill>
                <a:highlight>
                  <a:srgbClr val="FFFFFF"/>
                </a:highlight>
              </a:rPr>
              <a:t>Окончил 6-ю московскую гимназию и историческое отделение историко-филологического факультета Московского университета. Эвакуирован из Крыма в КСХС в 1920. Преподавал латынь в гимназии г. Огулин. Один из руководителей скаутов. Основоположник русской системы руководительских курсов. Возглавлял психометрическую секцию Центрального института гигиены, психометрическую лабораторию ВВС Югославии. Преподавал в Белградском криминологическом институте. Принимал участие в семинарии Н.В.Краинского в Русском научном институте в Белграде.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9400" y="1152475"/>
            <a:ext cx="2362200" cy="2543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1509"/>
              <a:buFont typeface="Arial"/>
              <a:buNone/>
            </a:pPr>
            <a:r>
              <a:rPr b="1" lang="ru" sz="265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Агафонов Валериан Константинович</a:t>
            </a:r>
            <a:endParaRPr b="1" sz="2650"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43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2650"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2650"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6165300" cy="38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rgbClr val="FFFFFF"/>
                </a:highlight>
              </a:rPr>
              <a:t>Дата рождения: </a:t>
            </a:r>
            <a:r>
              <a:rPr lang="ru" sz="1200">
                <a:solidFill>
                  <a:schemeClr val="dk1"/>
                </a:solidFill>
                <a:highlight>
                  <a:srgbClr val="FFFFFF"/>
                </a:highlight>
              </a:rPr>
              <a:t>18/30.07.1863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rgbClr val="FFFFFF"/>
                </a:highlight>
              </a:rPr>
              <a:t>Место рождения: Российская империя, </a:t>
            </a:r>
            <a:r>
              <a:rPr lang="ru" sz="1200">
                <a:solidFill>
                  <a:schemeClr val="dk1"/>
                </a:solidFill>
                <a:highlight>
                  <a:srgbClr val="FFFFFF"/>
                </a:highlight>
              </a:rPr>
              <a:t>Лесной СПб. губ.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rgbClr val="FFFFFF"/>
                </a:highlight>
              </a:rPr>
              <a:t>Дата смерти: </a:t>
            </a:r>
            <a:r>
              <a:rPr lang="ru" sz="1200">
                <a:solidFill>
                  <a:schemeClr val="dk1"/>
                </a:solidFill>
                <a:highlight>
                  <a:srgbClr val="FFFFFF"/>
                </a:highlight>
              </a:rPr>
              <a:t>28.01.1955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rgbClr val="FFFFFF"/>
                </a:highlight>
              </a:rPr>
              <a:t>Место захоронения: Франция, Ницца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rgbClr val="FFFFFF"/>
                </a:highlight>
              </a:rPr>
              <a:t>Причины эмиграции: </a:t>
            </a:r>
            <a:r>
              <a:rPr lang="ru" sz="1200">
                <a:solidFill>
                  <a:schemeClr val="dk1"/>
                </a:solidFill>
                <a:highlight>
                  <a:srgbClr val="FFFFFF"/>
                </a:highlight>
              </a:rPr>
              <a:t>был противном советской власти</a:t>
            </a:r>
            <a:br>
              <a:rPr lang="ru" sz="1200">
                <a:solidFill>
                  <a:schemeClr val="dk1"/>
                </a:solidFill>
                <a:highlight>
                  <a:srgbClr val="FFFFFF"/>
                </a:highlight>
              </a:rPr>
            </a:br>
            <a:br>
              <a:rPr lang="ru" sz="12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ru" sz="1200">
                <a:solidFill>
                  <a:srgbClr val="4A4A4A"/>
                </a:solidFill>
                <a:highlight>
                  <a:srgbClr val="FFFFFF"/>
                </a:highlight>
              </a:rPr>
              <a:t>    </a:t>
            </a:r>
            <a:r>
              <a:rPr lang="ru" sz="1200">
                <a:solidFill>
                  <a:schemeClr val="dk1"/>
                </a:solidFill>
                <a:highlight>
                  <a:srgbClr val="FFFFFF"/>
                </a:highlight>
              </a:rPr>
              <a:t>Из дворянской семьи. Окончил 2-ю классическую гимназию в СПб.естественное отделение физико-математического факультета Императорского Санкт-Петербургского университета. Друг В.И. Вернадского. В 1893—1895 гг. на службе по Министерству финансов. В январе 1905 г. в знак протеста против «кровавого воскресенья» подал заявление об увольнении и публично вышел в отставку. С этого времени занялся активной революционной деятельностью. После Февральской революции 1917 г. вернулся в Россию в качестве представителя Центрального комитета русских беженцев во Франции. Один из самых активных представителей русской эмиграции во Франции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6075" y="157325"/>
            <a:ext cx="2311225" cy="362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